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92" autoAdjust="0"/>
    <p:restoredTop sz="94660"/>
  </p:normalViewPr>
  <p:slideViewPr>
    <p:cSldViewPr snapToGrid="0">
      <p:cViewPr varScale="1">
        <p:scale>
          <a:sx n="56" d="100"/>
          <a:sy n="56" d="100"/>
        </p:scale>
        <p:origin x="6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6435-62C7-482F-8438-616C0AB937F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1732-661F-4BD1-BD84-FE51EAA01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1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6435-62C7-482F-8438-616C0AB937F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1732-661F-4BD1-BD84-FE51EAA01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788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6435-62C7-482F-8438-616C0AB937F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1732-661F-4BD1-BD84-FE51EAA01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10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6435-62C7-482F-8438-616C0AB937F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1732-661F-4BD1-BD84-FE51EAA01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56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6435-62C7-482F-8438-616C0AB937F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1732-661F-4BD1-BD84-FE51EAA01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0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6435-62C7-482F-8438-616C0AB937F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1732-661F-4BD1-BD84-FE51EAA01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551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6435-62C7-482F-8438-616C0AB937F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1732-661F-4BD1-BD84-FE51EAA01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845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6435-62C7-482F-8438-616C0AB937F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1732-661F-4BD1-BD84-FE51EAA01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54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6435-62C7-482F-8438-616C0AB937F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1732-661F-4BD1-BD84-FE51EAA01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061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6435-62C7-482F-8438-616C0AB937F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1732-661F-4BD1-BD84-FE51EAA01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212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6435-62C7-482F-8438-616C0AB937F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1732-661F-4BD1-BD84-FE51EAA01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82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6435-62C7-482F-8438-616C0AB937F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1732-661F-4BD1-BD84-FE51EAA01138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05920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6435-62C7-482F-8438-616C0AB937F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1732-661F-4BD1-BD84-FE51EAA01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973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6435-62C7-482F-8438-616C0AB937F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1732-661F-4BD1-BD84-FE51EAA01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25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6435-62C7-482F-8438-616C0AB937F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1732-661F-4BD1-BD84-FE51EAA01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89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6435-62C7-482F-8438-616C0AB937F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1732-661F-4BD1-BD84-FE51EAA01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23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6435-62C7-482F-8438-616C0AB937F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1732-661F-4BD1-BD84-FE51EAA01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97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76435-62C7-482F-8438-616C0AB937F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31732-661F-4BD1-BD84-FE51EAA01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85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45660" y="3971497"/>
            <a:ext cx="11546005" cy="27238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2400" dirty="0" smtClean="0">
                <a:latin typeface="Century Gothic" panose="020B0502020202020204" pitchFamily="34" charset="0"/>
              </a:rPr>
              <a:t>En esta 1era. etapa estableceremos 3 niveles de usuarios</a:t>
            </a:r>
            <a:endParaRPr lang="es-MX" dirty="0" smtClean="0">
              <a:latin typeface="Century Gothic" panose="020B0502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s-MX" b="1" dirty="0" smtClean="0">
                <a:latin typeface="Century Gothic" panose="020B0502020202020204" pitchFamily="34" charset="0"/>
              </a:rPr>
              <a:t>Resumen de permisos</a:t>
            </a:r>
            <a:endParaRPr lang="es-MX" dirty="0" smtClean="0">
              <a:latin typeface="Century Gothic" panose="020B0502020202020204" pitchFamily="34" charset="0"/>
            </a:endParaRPr>
          </a:p>
          <a:p>
            <a:r>
              <a:rPr lang="es-MX" dirty="0" smtClean="0">
                <a:latin typeface="Century Gothic" panose="020B0502020202020204" pitchFamily="34" charset="0"/>
              </a:rPr>
              <a:t>	Acción				</a:t>
            </a:r>
            <a:r>
              <a:rPr lang="es-MX" dirty="0" err="1" smtClean="0">
                <a:latin typeface="Century Gothic" panose="020B0502020202020204" pitchFamily="34" charset="0"/>
              </a:rPr>
              <a:t>Superusuario</a:t>
            </a:r>
            <a:r>
              <a:rPr lang="es-MX" dirty="0" smtClean="0">
                <a:latin typeface="Century Gothic" panose="020B0502020202020204" pitchFamily="34" charset="0"/>
              </a:rPr>
              <a:t>	Usuario (personal)	Socio</a:t>
            </a:r>
          </a:p>
          <a:p>
            <a:r>
              <a:rPr lang="es-MX" dirty="0" smtClean="0">
                <a:latin typeface="Century Gothic" panose="020B0502020202020204" pitchFamily="34" charset="0"/>
              </a:rPr>
              <a:t>	----------------------			------------	------------------		------</a:t>
            </a:r>
          </a:p>
          <a:p>
            <a:r>
              <a:rPr lang="es-MX" dirty="0" smtClean="0">
                <a:latin typeface="Century Gothic" panose="020B0502020202020204" pitchFamily="34" charset="0"/>
              </a:rPr>
              <a:t>	</a:t>
            </a:r>
            <a:r>
              <a:rPr lang="es-MX" dirty="0" smtClean="0">
                <a:latin typeface="Century Gothic" panose="020B0502020202020204" pitchFamily="34" charset="0"/>
              </a:rPr>
              <a:t>CRUD completo de socios	✅		✅			❌</a:t>
            </a:r>
            <a:endParaRPr lang="es-MX" dirty="0" smtClean="0">
              <a:latin typeface="Century Gothic" panose="020B0502020202020204" pitchFamily="34" charset="0"/>
            </a:endParaRPr>
          </a:p>
          <a:p>
            <a:r>
              <a:rPr lang="es-MX" dirty="0">
                <a:latin typeface="Century Gothic" panose="020B0502020202020204" pitchFamily="34" charset="0"/>
              </a:rPr>
              <a:t>	</a:t>
            </a:r>
            <a:r>
              <a:rPr lang="es-MX" dirty="0" smtClean="0">
                <a:latin typeface="Century Gothic" panose="020B0502020202020204" pitchFamily="34" charset="0"/>
              </a:rPr>
              <a:t>CRUD completo de usuarios	✅		Solo listar		❌</a:t>
            </a:r>
          </a:p>
          <a:p>
            <a:r>
              <a:rPr lang="es-MX" dirty="0" smtClean="0">
                <a:latin typeface="Century Gothic" panose="020B0502020202020204" pitchFamily="34" charset="0"/>
              </a:rPr>
              <a:t>	Conversar con </a:t>
            </a:r>
            <a:r>
              <a:rPr lang="es-MX" dirty="0" err="1" smtClean="0">
                <a:latin typeface="Century Gothic" panose="020B0502020202020204" pitchFamily="34" charset="0"/>
              </a:rPr>
              <a:t>botgym</a:t>
            </a:r>
            <a:r>
              <a:rPr lang="es-MX" dirty="0" smtClean="0">
                <a:latin typeface="Century Gothic" panose="020B0502020202020204" pitchFamily="34" charset="0"/>
              </a:rPr>
              <a:t>		✅		✅			✅</a:t>
            </a:r>
          </a:p>
          <a:p>
            <a:r>
              <a:rPr lang="es-MX" dirty="0" smtClean="0">
                <a:latin typeface="Century Gothic" panose="020B0502020202020204" pitchFamily="34" charset="0"/>
              </a:rPr>
              <a:t>	Consultar conversaciones	✅ Todas	✅ </a:t>
            </a:r>
            <a:r>
              <a:rPr lang="es-MX" dirty="0" smtClean="0">
                <a:latin typeface="Century Gothic" panose="020B0502020202020204" pitchFamily="34" charset="0"/>
              </a:rPr>
              <a:t>Todas </a:t>
            </a:r>
            <a:r>
              <a:rPr lang="es-MX" dirty="0" smtClean="0">
                <a:latin typeface="Century Gothic" panose="020B0502020202020204" pitchFamily="34" charset="0"/>
              </a:rPr>
              <a:t>		Solo las propias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45660" y="136264"/>
            <a:ext cx="11546005" cy="37124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s-VE" sz="2800" dirty="0" smtClean="0">
                <a:latin typeface="Century Gothic" panose="020B0502020202020204" pitchFamily="34" charset="0"/>
              </a:rPr>
              <a:t>Lógica para el backend  de un sistema de control de  gimnasio</a:t>
            </a:r>
          </a:p>
          <a:p>
            <a:pPr>
              <a:lnSpc>
                <a:spcPct val="150000"/>
              </a:lnSpc>
            </a:pPr>
            <a:r>
              <a:rPr lang="es-VE" b="1" dirty="0" smtClean="0">
                <a:latin typeface="Century Gothic" panose="020B0502020202020204" pitchFamily="34" charset="0"/>
              </a:rPr>
              <a:t>Etapa 1. Crear un Producto Mínimo Viable (MVP, por sus iníciales en ingles).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VE" sz="1600" dirty="0" smtClean="0">
                <a:latin typeface="Century Gothic" panose="020B0502020202020204" pitchFamily="34" charset="0"/>
              </a:rPr>
              <a:t>El Backend se entrega con un súper usuario con el cual se podrá hacer el CRUD de los usuarios.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VE" sz="1600" dirty="0" smtClean="0">
                <a:latin typeface="Century Gothic" panose="020B0502020202020204" pitchFamily="34" charset="0"/>
              </a:rPr>
              <a:t>El backend debe permitir hacer CRUD para usuarios, quienes serán el personal administrativo de </a:t>
            </a:r>
            <a:r>
              <a:rPr lang="es-VE" sz="1600" dirty="0" smtClean="0">
                <a:latin typeface="Century Gothic" panose="020B0502020202020204" pitchFamily="34" charset="0"/>
              </a:rPr>
              <a:t> gimnasio encargado de registrar a los socios y demás acciones </a:t>
            </a:r>
            <a:r>
              <a:rPr lang="es-VE" sz="1600" dirty="0" smtClean="0">
                <a:latin typeface="Century Gothic" panose="020B0502020202020204" pitchFamily="34" charset="0"/>
              </a:rPr>
              <a:t>relacionadas</a:t>
            </a:r>
            <a:r>
              <a:rPr lang="es-VE" sz="1600" dirty="0" smtClean="0">
                <a:latin typeface="Century Gothic" panose="020B0502020202020204" pitchFamily="34" charset="0"/>
              </a:rPr>
              <a:t> a la operatividad del gimnasio.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VE" sz="1600" dirty="0" smtClean="0">
                <a:latin typeface="Century Gothic" panose="020B0502020202020204" pitchFamily="34" charset="0"/>
              </a:rPr>
              <a:t>El backend debe permitir </a:t>
            </a:r>
            <a:r>
              <a:rPr lang="es-VE" sz="1600" dirty="0" smtClean="0">
                <a:latin typeface="Century Gothic" panose="020B0502020202020204" pitchFamily="34" charset="0"/>
              </a:rPr>
              <a:t>hacer CRUD para </a:t>
            </a:r>
            <a:r>
              <a:rPr lang="es-VE" sz="1600" dirty="0" smtClean="0">
                <a:latin typeface="Century Gothic" panose="020B0502020202020204" pitchFamily="34" charset="0"/>
              </a:rPr>
              <a:t>socios, quienes serán los clientes del gimnasio.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VE" sz="1600" dirty="0" smtClean="0">
                <a:latin typeface="Century Gothic" panose="020B0502020202020204" pitchFamily="34" charset="0"/>
              </a:rPr>
              <a:t>Se debe crear una interfaz con IA (asistente virtual que llamaremos </a:t>
            </a:r>
            <a:r>
              <a:rPr lang="es-VE" sz="1600" dirty="0" err="1" smtClean="0">
                <a:latin typeface="Century Gothic" panose="020B0502020202020204" pitchFamily="34" charset="0"/>
              </a:rPr>
              <a:t>botgym</a:t>
            </a:r>
            <a:r>
              <a:rPr lang="es-VE" sz="1600" dirty="0" smtClean="0">
                <a:latin typeface="Century Gothic" panose="020B0502020202020204" pitchFamily="34" charset="0"/>
              </a:rPr>
              <a:t>) para el uso de los socios o personal administrativo, con la cual se podrán establecer conversaciones relacionadas con el gimnasio y actividades relacionadas con este tipo de actividad.</a:t>
            </a:r>
            <a:endParaRPr lang="es-VE" dirty="0" smtClean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55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33</TotalTime>
  <Words>153</Words>
  <Application>Microsoft Office PowerPoint</Application>
  <PresentationFormat>Panorámica</PresentationFormat>
  <Paragraphs>14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Bookman Old Style</vt:lpstr>
      <vt:lpstr>Century Gothic</vt:lpstr>
      <vt:lpstr>Rockwell</vt:lpstr>
      <vt:lpstr>Damask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AJMB</dc:creator>
  <cp:lastModifiedBy>AJMB</cp:lastModifiedBy>
  <cp:revision>9</cp:revision>
  <dcterms:created xsi:type="dcterms:W3CDTF">2026-09-03T12:06:34Z</dcterms:created>
  <dcterms:modified xsi:type="dcterms:W3CDTF">2026-09-03T12:40:16Z</dcterms:modified>
</cp:coreProperties>
</file>